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6B04FB-7596-8CBC-DD6A-276C5D46F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C997634-8DD9-FC78-E73C-AE62BE4514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6C522A-AA8B-EBFA-B7E2-32302D4D7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B010-BD47-4402-8E08-D83EEA958EF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D850FD-586D-FE0D-468F-CD7265592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896847-0943-9886-A9AD-47E50DD5F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57F5-9129-4055-8034-C7F2FC0E0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69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0F5646-1776-BE61-9C5C-ACF5AEC36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E1352A-6635-2639-9090-8691D849B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DED096-CBBF-0A59-CC5C-65A132AAE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B010-BD47-4402-8E08-D83EEA958EF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F8F5C3-E320-557E-2E64-6740EC2D5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E2121F-73B1-11AA-43AC-302A509F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57F5-9129-4055-8034-C7F2FC0E0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382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CD85ED-E7FA-61FD-925F-DDE16E347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5AF20F-8167-7BA1-18B4-BB6C58416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97949E-FF14-77E4-AF96-8942448CE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B010-BD47-4402-8E08-D83EEA958EF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A86004-B5EC-2C3D-29BE-193A27415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AC65DE-2D81-7BD5-8237-FDE084DE3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57F5-9129-4055-8034-C7F2FC0E0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78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CBA0FA-4333-B019-94A5-53F9ED3F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075006-F5F2-915A-633C-5D4D63FFC1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A61AC4-3B4E-B1A0-0634-A9B958AF89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D8EB8E-4FEE-A878-959B-CD80C3373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B010-BD47-4402-8E08-D83EEA958EF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940634-4D9C-9474-F521-CB1A8AA2E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8C1789-CE22-F9E3-D10C-4C639E48E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57F5-9129-4055-8034-C7F2FC0E0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47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B5AE0-573B-570C-4A18-F27E857F7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506D9B-3575-1AD8-E0F8-54C8C1477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FAADAE-E726-9E32-F379-AEBBA781B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F2428E-2DC0-01AF-10FE-6AB097325E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EB3C410-8B48-C212-D421-8F527F6CF1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4A9096C-FD96-C2C9-9115-AF7E7785A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B010-BD47-4402-8E08-D83EEA958EF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0066C0-73DC-6504-4618-A79C217A9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B6F6EDA-5A46-C9C5-872C-1776C9B7B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57F5-9129-4055-8034-C7F2FC0E0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548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DC0E83-3013-FEEA-7292-67DE60EB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0809EF9-6747-D419-7C03-FB64AA3C2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B010-BD47-4402-8E08-D83EEA958EF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7C6E70-A178-C34C-FABF-7C326CB1C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BE8FCD-95D8-38D2-20C3-84589204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57F5-9129-4055-8034-C7F2FC0E0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901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1BF00C-C284-C6E6-504B-3BEDFAD5D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B010-BD47-4402-8E08-D83EEA958EF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0331836-FFE5-7F98-8A79-8BBC21EB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785AA3-70DA-2AD9-B236-A3FD340F8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57F5-9129-4055-8034-C7F2FC0E0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523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068336-F485-A4D6-7169-C0D7F0AED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062807-F2FE-34C8-7628-7B3A9D274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DC36D1-9BF3-0889-7F9A-F042B002E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AAEDAC-52E4-3A57-DC7B-2534A0E24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B010-BD47-4402-8E08-D83EEA958EF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D082C5-D2F7-FAFB-FBB1-47BC7D27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8EB88E-8385-AB99-2F99-B789F84B5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57F5-9129-4055-8034-C7F2FC0E0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800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B2152F-7A98-0E97-9282-968378423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378E0E0-E297-CD75-7CB2-8730F7EE98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D6C849-5F9C-FEBC-32BD-0F8630B3C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AFDFFE-4AD2-C0ED-B207-6421E13C9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B010-BD47-4402-8E08-D83EEA958EF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700416-5B3C-72C0-9791-D17FFC30E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6CED21-87D8-E52F-BD02-47FC3CC89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57F5-9129-4055-8034-C7F2FC0E0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819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B9A799-13C0-717E-3353-02B8822B6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46732E-C17C-1F73-118F-CA29F66BD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D9F1F1-9E23-9607-0651-3E03CD29E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B010-BD47-4402-8E08-D83EEA958EF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A3BFE0-271F-B718-D1C1-4010CFA87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0644CB-3DE6-9263-B3F5-85AC6AAE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57F5-9129-4055-8034-C7F2FC0E0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7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55ED6A-1F68-132D-4B4F-6C9F810219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BA742F-FD24-E59E-CAA7-BDB2436B6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87D6DB-497F-B1F5-CF1E-479492331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B010-BD47-4402-8E08-D83EEA958EF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A2B219-6EC2-CBE2-DACA-A4C97ADCC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535449-6469-0625-252D-5F5825D6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57F5-9129-4055-8034-C7F2FC0E0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677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D83FC79-D374-90C6-501D-A5167F55C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BDA45E-5339-FCB7-3DAF-46BF54337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157E10-972D-2B0B-C93C-E6F9685F8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FB010-BD47-4402-8E08-D83EEA958EF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9E83DD-36A1-EDF3-2C6C-B9543A63C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5591AF-0841-58D2-3104-EA49EE2885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5157F5-9129-4055-8034-C7F2FC0E0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860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EFA322-F214-7114-6FA1-0C7ECF0CD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24" y="1"/>
            <a:ext cx="11697351" cy="357625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259A130-BEAA-6185-EC8A-E1C225625CA1}"/>
              </a:ext>
            </a:extLst>
          </p:cNvPr>
          <p:cNvSpPr txBox="1"/>
          <p:nvPr/>
        </p:nvSpPr>
        <p:spPr>
          <a:xfrm>
            <a:off x="223996" y="3576251"/>
            <a:ext cx="871379" cy="8309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/>
              <a:t>1</a:t>
            </a:r>
            <a:r>
              <a:rPr lang="zh-CN" altLang="en-US" sz="1200" dirty="0"/>
              <a:t>号机器人从球磨罐中取出球磨罐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151CBA6C-E12E-FB41-1499-05C3A4525750}"/>
              </a:ext>
            </a:extLst>
          </p:cNvPr>
          <p:cNvSpPr/>
          <p:nvPr/>
        </p:nvSpPr>
        <p:spPr>
          <a:xfrm>
            <a:off x="1400500" y="3855572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B9442C55-75A2-5EF1-4921-6B5FFBEB81F7}"/>
              </a:ext>
            </a:extLst>
          </p:cNvPr>
          <p:cNvSpPr/>
          <p:nvPr/>
        </p:nvSpPr>
        <p:spPr>
          <a:xfrm>
            <a:off x="3517103" y="3825953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151CBA6C-E12E-FB41-1499-05C3A4525750}"/>
              </a:ext>
            </a:extLst>
          </p:cNvPr>
          <p:cNvSpPr/>
          <p:nvPr/>
        </p:nvSpPr>
        <p:spPr>
          <a:xfrm>
            <a:off x="5549028" y="3832381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151CBA6C-E12E-FB41-1499-05C3A4525750}"/>
              </a:ext>
            </a:extLst>
          </p:cNvPr>
          <p:cNvSpPr/>
          <p:nvPr/>
        </p:nvSpPr>
        <p:spPr>
          <a:xfrm>
            <a:off x="3495148" y="5709256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151CBA6C-E12E-FB41-1499-05C3A4525750}"/>
              </a:ext>
            </a:extLst>
          </p:cNvPr>
          <p:cNvSpPr/>
          <p:nvPr/>
        </p:nvSpPr>
        <p:spPr>
          <a:xfrm>
            <a:off x="1341129" y="5709256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151CBA6C-E12E-FB41-1499-05C3A4525750}"/>
              </a:ext>
            </a:extLst>
          </p:cNvPr>
          <p:cNvSpPr/>
          <p:nvPr/>
        </p:nvSpPr>
        <p:spPr>
          <a:xfrm>
            <a:off x="5486689" y="5709256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151CBA6C-E12E-FB41-1499-05C3A4525750}"/>
              </a:ext>
            </a:extLst>
          </p:cNvPr>
          <p:cNvSpPr/>
          <p:nvPr/>
        </p:nvSpPr>
        <p:spPr>
          <a:xfrm>
            <a:off x="7580953" y="3825953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151CBA6C-E12E-FB41-1499-05C3A4525750}"/>
              </a:ext>
            </a:extLst>
          </p:cNvPr>
          <p:cNvSpPr/>
          <p:nvPr/>
        </p:nvSpPr>
        <p:spPr>
          <a:xfrm>
            <a:off x="9607625" y="3849828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A525572-3E60-7251-1B9E-3E4B4320155A}"/>
              </a:ext>
            </a:extLst>
          </p:cNvPr>
          <p:cNvCxnSpPr>
            <a:cxnSpLocks/>
          </p:cNvCxnSpPr>
          <p:nvPr/>
        </p:nvCxnSpPr>
        <p:spPr>
          <a:xfrm>
            <a:off x="11944675" y="4314825"/>
            <a:ext cx="0" cy="3905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4DB2532-C3C7-3875-BE93-B266C112FA1F}"/>
              </a:ext>
            </a:extLst>
          </p:cNvPr>
          <p:cNvCxnSpPr>
            <a:cxnSpLocks/>
          </p:cNvCxnSpPr>
          <p:nvPr/>
        </p:nvCxnSpPr>
        <p:spPr>
          <a:xfrm flipH="1">
            <a:off x="659684" y="4695825"/>
            <a:ext cx="11284991" cy="76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2B757D7-9834-CD94-2AF1-1BBADDF796D5}"/>
              </a:ext>
            </a:extLst>
          </p:cNvPr>
          <p:cNvCxnSpPr/>
          <p:nvPr/>
        </p:nvCxnSpPr>
        <p:spPr>
          <a:xfrm>
            <a:off x="659684" y="4772025"/>
            <a:ext cx="0" cy="561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E8AB1014-2F45-8571-E2A3-7FA98E38E27D}"/>
              </a:ext>
            </a:extLst>
          </p:cNvPr>
          <p:cNvSpPr txBox="1"/>
          <p:nvPr/>
        </p:nvSpPr>
        <p:spPr>
          <a:xfrm>
            <a:off x="2334275" y="3563898"/>
            <a:ext cx="871379" cy="46166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放置于开罐机开罐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23164C5-B5E2-3062-8ABB-976A0D9679AA}"/>
              </a:ext>
            </a:extLst>
          </p:cNvPr>
          <p:cNvSpPr txBox="1"/>
          <p:nvPr/>
        </p:nvSpPr>
        <p:spPr>
          <a:xfrm>
            <a:off x="4411701" y="3576251"/>
            <a:ext cx="871379" cy="8309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机械手夹取罐体放置加样仪加样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E33EAC1-FF74-C0DF-A0F9-B496B0AC2E66}"/>
              </a:ext>
            </a:extLst>
          </p:cNvPr>
          <p:cNvSpPr txBox="1"/>
          <p:nvPr/>
        </p:nvSpPr>
        <p:spPr>
          <a:xfrm>
            <a:off x="6443626" y="3563898"/>
            <a:ext cx="871379" cy="8309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机械手夹取罐体至加球机加球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C941A10-BE99-0A79-ED7B-CEA15F3ADBB9}"/>
              </a:ext>
            </a:extLst>
          </p:cNvPr>
          <p:cNvSpPr txBox="1"/>
          <p:nvPr/>
        </p:nvSpPr>
        <p:spPr>
          <a:xfrm>
            <a:off x="8475551" y="3576251"/>
            <a:ext cx="871379" cy="6463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夹取至开罐机关闭盖子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7A9836C-550C-551D-3AC6-7318272EFF6F}"/>
              </a:ext>
            </a:extLst>
          </p:cNvPr>
          <p:cNvSpPr txBox="1"/>
          <p:nvPr/>
        </p:nvSpPr>
        <p:spPr>
          <a:xfrm>
            <a:off x="10495827" y="3595688"/>
            <a:ext cx="871379" cy="6463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夹取放至球磨仪进行球磨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44CE201-F98A-AECA-37FF-BEE772A4E808}"/>
              </a:ext>
            </a:extLst>
          </p:cNvPr>
          <p:cNvSpPr txBox="1"/>
          <p:nvPr/>
        </p:nvSpPr>
        <p:spPr>
          <a:xfrm>
            <a:off x="223994" y="5460443"/>
            <a:ext cx="871379" cy="8309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球磨完成后夹取至开罐机开罐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F189035-9D8B-67B7-EB44-ECD9FCAE0B18}"/>
              </a:ext>
            </a:extLst>
          </p:cNvPr>
          <p:cNvSpPr txBox="1"/>
          <p:nvPr/>
        </p:nvSpPr>
        <p:spPr>
          <a:xfrm>
            <a:off x="2296774" y="5417582"/>
            <a:ext cx="871379" cy="6463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开罐后夹取至过筛模组倒粉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F722BE9-29D2-8F64-9368-6BE1644D1DFF}"/>
              </a:ext>
            </a:extLst>
          </p:cNvPr>
          <p:cNvSpPr txBox="1"/>
          <p:nvPr/>
        </p:nvSpPr>
        <p:spPr>
          <a:xfrm>
            <a:off x="4369554" y="5460443"/>
            <a:ext cx="871379" cy="6463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夹取至刮粉机构进行刮粉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7C8F8DD-A892-AE68-015C-2DD47C6AEFE1}"/>
              </a:ext>
            </a:extLst>
          </p:cNvPr>
          <p:cNvSpPr txBox="1"/>
          <p:nvPr/>
        </p:nvSpPr>
        <p:spPr>
          <a:xfrm>
            <a:off x="6442334" y="5460442"/>
            <a:ext cx="871379" cy="46166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再次进行过筛倒粉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EFBFFEA-0CF5-8FE9-6A61-5125881940EF}"/>
              </a:ext>
            </a:extLst>
          </p:cNvPr>
          <p:cNvSpPr txBox="1"/>
          <p:nvPr/>
        </p:nvSpPr>
        <p:spPr>
          <a:xfrm>
            <a:off x="8475549" y="4909750"/>
            <a:ext cx="871379" cy="8309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倒完粉夹取至开罐机关闭盖子</a:t>
            </a:r>
          </a:p>
        </p:txBody>
      </p:sp>
      <p:sp>
        <p:nvSpPr>
          <p:cNvPr id="51" name="箭头: 右 50">
            <a:extLst>
              <a:ext uri="{FF2B5EF4-FFF2-40B4-BE49-F238E27FC236}">
                <a16:creationId xmlns:a16="http://schemas.microsoft.com/office/drawing/2014/main" id="{0EF54D75-36AE-A4AF-96B0-55740D1027C9}"/>
              </a:ext>
            </a:extLst>
          </p:cNvPr>
          <p:cNvSpPr/>
          <p:nvPr/>
        </p:nvSpPr>
        <p:spPr>
          <a:xfrm>
            <a:off x="7580306" y="5767774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2" name="箭头: 右 51">
            <a:extLst>
              <a:ext uri="{FF2B5EF4-FFF2-40B4-BE49-F238E27FC236}">
                <a16:creationId xmlns:a16="http://schemas.microsoft.com/office/drawing/2014/main" id="{79D7618E-C0D9-4ABB-15EE-DAD4E25D2FE6}"/>
              </a:ext>
            </a:extLst>
          </p:cNvPr>
          <p:cNvSpPr/>
          <p:nvPr/>
        </p:nvSpPr>
        <p:spPr>
          <a:xfrm>
            <a:off x="9607625" y="5752115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730A0AD-E605-0F4E-9A63-383F9BF77762}"/>
              </a:ext>
            </a:extLst>
          </p:cNvPr>
          <p:cNvSpPr txBox="1"/>
          <p:nvPr/>
        </p:nvSpPr>
        <p:spPr>
          <a:xfrm>
            <a:off x="10548330" y="5460441"/>
            <a:ext cx="548295" cy="46166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放回料架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5FA8ED7-8E57-0307-BDA4-E609E145509E}"/>
              </a:ext>
            </a:extLst>
          </p:cNvPr>
          <p:cNvSpPr txBox="1"/>
          <p:nvPr/>
        </p:nvSpPr>
        <p:spPr>
          <a:xfrm>
            <a:off x="11525148" y="3437707"/>
            <a:ext cx="619125" cy="1015663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循环四次后开始球磨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B359601-5CFF-9A89-5FDB-58B8C954EDEE}"/>
              </a:ext>
            </a:extLst>
          </p:cNvPr>
          <p:cNvSpPr txBox="1"/>
          <p:nvPr/>
        </p:nvSpPr>
        <p:spPr>
          <a:xfrm>
            <a:off x="8475550" y="6061469"/>
            <a:ext cx="871379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倒完粉</a:t>
            </a:r>
            <a:r>
              <a:rPr lang="en-US" altLang="zh-CN" sz="1200" dirty="0"/>
              <a:t>2</a:t>
            </a:r>
            <a:r>
              <a:rPr lang="zh-CN" altLang="en-US" sz="1200" dirty="0"/>
              <a:t>号机器人取走坩埚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6FA94BD-459C-2107-B888-FA08BF06943D}"/>
              </a:ext>
            </a:extLst>
          </p:cNvPr>
          <p:cNvSpPr txBox="1"/>
          <p:nvPr/>
        </p:nvSpPr>
        <p:spPr>
          <a:xfrm>
            <a:off x="11422735" y="5495241"/>
            <a:ext cx="548296" cy="4616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循环四次</a:t>
            </a:r>
          </a:p>
        </p:txBody>
      </p:sp>
    </p:spTree>
    <p:extLst>
      <p:ext uri="{BB962C8B-B14F-4D97-AF65-F5344CB8AC3E}">
        <p14:creationId xmlns:p14="http://schemas.microsoft.com/office/powerpoint/2010/main" val="2833935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1CDF1C8-B2DB-68D4-993A-ECBAE652CC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24" y="0"/>
            <a:ext cx="11697351" cy="33623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47A0551-DF6E-E9C2-9334-69DEB19C56B6}"/>
              </a:ext>
            </a:extLst>
          </p:cNvPr>
          <p:cNvSpPr txBox="1"/>
          <p:nvPr/>
        </p:nvSpPr>
        <p:spPr>
          <a:xfrm>
            <a:off x="223996" y="3576251"/>
            <a:ext cx="871379" cy="8309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/>
              <a:t>2</a:t>
            </a:r>
            <a:r>
              <a:rPr lang="zh-CN" altLang="en-US" sz="1200" dirty="0"/>
              <a:t>号机器人从坩埚料架夹取小坩埚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09EBB462-8448-0148-4027-EE85ED6AA213}"/>
              </a:ext>
            </a:extLst>
          </p:cNvPr>
          <p:cNvSpPr/>
          <p:nvPr/>
        </p:nvSpPr>
        <p:spPr>
          <a:xfrm>
            <a:off x="1400500" y="3855572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57C473BB-C0BA-E013-7BD5-1F208EEEDE51}"/>
              </a:ext>
            </a:extLst>
          </p:cNvPr>
          <p:cNvSpPr/>
          <p:nvPr/>
        </p:nvSpPr>
        <p:spPr>
          <a:xfrm>
            <a:off x="3517103" y="3825953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7B593C0-3092-3ED9-6FE8-EB9288AE267F}"/>
              </a:ext>
            </a:extLst>
          </p:cNvPr>
          <p:cNvSpPr/>
          <p:nvPr/>
        </p:nvSpPr>
        <p:spPr>
          <a:xfrm>
            <a:off x="5549028" y="3832381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B0380D13-3B47-68B0-949D-EE8A6C18535E}"/>
              </a:ext>
            </a:extLst>
          </p:cNvPr>
          <p:cNvSpPr/>
          <p:nvPr/>
        </p:nvSpPr>
        <p:spPr>
          <a:xfrm>
            <a:off x="3495148" y="5709256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1D13E222-1C8C-23AD-4839-FEEFC5ED018E}"/>
              </a:ext>
            </a:extLst>
          </p:cNvPr>
          <p:cNvSpPr/>
          <p:nvPr/>
        </p:nvSpPr>
        <p:spPr>
          <a:xfrm>
            <a:off x="1341129" y="5709256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D0218B0B-8C16-A8D4-D98A-52B8EB7DF8BC}"/>
              </a:ext>
            </a:extLst>
          </p:cNvPr>
          <p:cNvSpPr/>
          <p:nvPr/>
        </p:nvSpPr>
        <p:spPr>
          <a:xfrm>
            <a:off x="5486689" y="5709256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A90998DD-5E5D-DE65-B5C7-BECB591E9CA0}"/>
              </a:ext>
            </a:extLst>
          </p:cNvPr>
          <p:cNvSpPr/>
          <p:nvPr/>
        </p:nvSpPr>
        <p:spPr>
          <a:xfrm>
            <a:off x="7580953" y="3825953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BDC34D7E-BDC5-5264-5615-8097DCEE85A1}"/>
              </a:ext>
            </a:extLst>
          </p:cNvPr>
          <p:cNvSpPr/>
          <p:nvPr/>
        </p:nvSpPr>
        <p:spPr>
          <a:xfrm>
            <a:off x="9607625" y="3849828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A45409A-C4EE-A68F-93DA-5EA6A1D26124}"/>
              </a:ext>
            </a:extLst>
          </p:cNvPr>
          <p:cNvCxnSpPr>
            <a:cxnSpLocks/>
          </p:cNvCxnSpPr>
          <p:nvPr/>
        </p:nvCxnSpPr>
        <p:spPr>
          <a:xfrm>
            <a:off x="11944675" y="4314825"/>
            <a:ext cx="0" cy="3905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619631D-FF80-DC4D-C362-3D1F37665400}"/>
              </a:ext>
            </a:extLst>
          </p:cNvPr>
          <p:cNvCxnSpPr>
            <a:cxnSpLocks/>
          </p:cNvCxnSpPr>
          <p:nvPr/>
        </p:nvCxnSpPr>
        <p:spPr>
          <a:xfrm flipH="1">
            <a:off x="659684" y="4695825"/>
            <a:ext cx="11284991" cy="76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5484B4B-7F19-50E3-13CA-063B468BE356}"/>
              </a:ext>
            </a:extLst>
          </p:cNvPr>
          <p:cNvCxnSpPr/>
          <p:nvPr/>
        </p:nvCxnSpPr>
        <p:spPr>
          <a:xfrm>
            <a:off x="659684" y="4772025"/>
            <a:ext cx="0" cy="561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ABE04ED7-940A-19CC-3E5E-E6699053E5C5}"/>
              </a:ext>
            </a:extLst>
          </p:cNvPr>
          <p:cNvSpPr txBox="1"/>
          <p:nvPr/>
        </p:nvSpPr>
        <p:spPr>
          <a:xfrm>
            <a:off x="2334275" y="3563898"/>
            <a:ext cx="871379" cy="6463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放置于过筛模块底部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3DBCFD7-6A57-D3E3-E8AA-0CE9FAC64768}"/>
              </a:ext>
            </a:extLst>
          </p:cNvPr>
          <p:cNvSpPr txBox="1"/>
          <p:nvPr/>
        </p:nvSpPr>
        <p:spPr>
          <a:xfrm>
            <a:off x="4411701" y="3576251"/>
            <a:ext cx="871379" cy="46166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机械手夹取漏斗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D8ED1B6-C0E0-57E2-8970-03376B93E461}"/>
              </a:ext>
            </a:extLst>
          </p:cNvPr>
          <p:cNvSpPr txBox="1"/>
          <p:nvPr/>
        </p:nvSpPr>
        <p:spPr>
          <a:xfrm>
            <a:off x="6443626" y="3563898"/>
            <a:ext cx="871379" cy="46166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放置过筛模块上部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C8B8C7B-E53B-1C84-8E39-FE78912B5BE6}"/>
              </a:ext>
            </a:extLst>
          </p:cNvPr>
          <p:cNvSpPr txBox="1"/>
          <p:nvPr/>
        </p:nvSpPr>
        <p:spPr>
          <a:xfrm>
            <a:off x="8475551" y="3576251"/>
            <a:ext cx="871379" cy="8309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等待</a:t>
            </a:r>
            <a:r>
              <a:rPr lang="en-US" altLang="zh-CN" sz="1200" dirty="0"/>
              <a:t>1</a:t>
            </a:r>
            <a:r>
              <a:rPr lang="zh-CN" altLang="en-US" sz="1200" dirty="0"/>
              <a:t>号机器人罐体放置过筛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FDDC3EB-165C-9938-FF8B-E7158947D05B}"/>
              </a:ext>
            </a:extLst>
          </p:cNvPr>
          <p:cNvSpPr txBox="1"/>
          <p:nvPr/>
        </p:nvSpPr>
        <p:spPr>
          <a:xfrm>
            <a:off x="10495827" y="3595688"/>
            <a:ext cx="871379" cy="46166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等待过筛完成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DCA5AC0-553A-7237-30C0-64EF65AE45FE}"/>
              </a:ext>
            </a:extLst>
          </p:cNvPr>
          <p:cNvSpPr txBox="1"/>
          <p:nvPr/>
        </p:nvSpPr>
        <p:spPr>
          <a:xfrm>
            <a:off x="223994" y="5460443"/>
            <a:ext cx="871379" cy="6463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过筛完成后机械手取走坩埚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97AA0C5-553F-4ADD-27F0-CF8B4E0DBF8B}"/>
              </a:ext>
            </a:extLst>
          </p:cNvPr>
          <p:cNvSpPr txBox="1"/>
          <p:nvPr/>
        </p:nvSpPr>
        <p:spPr>
          <a:xfrm>
            <a:off x="2296774" y="5417582"/>
            <a:ext cx="871379" cy="6463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放置于小坩埚搬运模组上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6BA9A05-4175-E860-A6BD-5FE93E09DD72}"/>
              </a:ext>
            </a:extLst>
          </p:cNvPr>
          <p:cNvSpPr txBox="1"/>
          <p:nvPr/>
        </p:nvSpPr>
        <p:spPr>
          <a:xfrm>
            <a:off x="4369554" y="5460443"/>
            <a:ext cx="871379" cy="8309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机械手返回取走旧漏斗放回料架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4FAABA7-8EAF-E8AF-7A91-F9AC90E5510D}"/>
              </a:ext>
            </a:extLst>
          </p:cNvPr>
          <p:cNvSpPr txBox="1"/>
          <p:nvPr/>
        </p:nvSpPr>
        <p:spPr>
          <a:xfrm>
            <a:off x="6442334" y="5460442"/>
            <a:ext cx="871379" cy="8309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过筛模块移动到出料位等待人工摆放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E3F17AE-E481-4581-1DFB-3ABDA1BE1D9E}"/>
              </a:ext>
            </a:extLst>
          </p:cNvPr>
          <p:cNvSpPr txBox="1"/>
          <p:nvPr/>
        </p:nvSpPr>
        <p:spPr>
          <a:xfrm>
            <a:off x="8472601" y="5460442"/>
            <a:ext cx="871379" cy="101566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200" dirty="0"/>
              <a:t>人工确认取走后小坩埚搬运模块回到入料位置</a:t>
            </a: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22FE1851-0CF6-8885-45D7-99E41E1B0990}"/>
              </a:ext>
            </a:extLst>
          </p:cNvPr>
          <p:cNvSpPr/>
          <p:nvPr/>
        </p:nvSpPr>
        <p:spPr>
          <a:xfrm>
            <a:off x="7580306" y="5767774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223C232-AFA4-4018-A29E-6175E7A710F9}"/>
              </a:ext>
            </a:extLst>
          </p:cNvPr>
          <p:cNvSpPr txBox="1"/>
          <p:nvPr/>
        </p:nvSpPr>
        <p:spPr>
          <a:xfrm>
            <a:off x="4573242" y="4885400"/>
            <a:ext cx="548296" cy="4616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循环四次</a:t>
            </a:r>
          </a:p>
        </p:txBody>
      </p:sp>
    </p:spTree>
    <p:extLst>
      <p:ext uri="{BB962C8B-B14F-4D97-AF65-F5344CB8AC3E}">
        <p14:creationId xmlns:p14="http://schemas.microsoft.com/office/powerpoint/2010/main" val="3011552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FE7E436-2785-043D-53E1-BFF4258BB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91" y="1"/>
            <a:ext cx="9500017" cy="284797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259A130-BEAA-6185-EC8A-E1C225625CA1}"/>
              </a:ext>
            </a:extLst>
          </p:cNvPr>
          <p:cNvSpPr txBox="1"/>
          <p:nvPr/>
        </p:nvSpPr>
        <p:spPr>
          <a:xfrm>
            <a:off x="202538" y="3429000"/>
            <a:ext cx="871379" cy="101566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人工确认后大坩埚搬运模块进入出料位置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151CBA6C-E12E-FB41-1499-05C3A4525750}"/>
              </a:ext>
            </a:extLst>
          </p:cNvPr>
          <p:cNvSpPr/>
          <p:nvPr/>
        </p:nvSpPr>
        <p:spPr>
          <a:xfrm>
            <a:off x="1379042" y="3708321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B9442C55-75A2-5EF1-4921-6B5FFBEB81F7}"/>
              </a:ext>
            </a:extLst>
          </p:cNvPr>
          <p:cNvSpPr/>
          <p:nvPr/>
        </p:nvSpPr>
        <p:spPr>
          <a:xfrm>
            <a:off x="3495645" y="3678702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151CBA6C-E12E-FB41-1499-05C3A4525750}"/>
              </a:ext>
            </a:extLst>
          </p:cNvPr>
          <p:cNvSpPr/>
          <p:nvPr/>
        </p:nvSpPr>
        <p:spPr>
          <a:xfrm>
            <a:off x="5527570" y="3685130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151CBA6C-E12E-FB41-1499-05C3A4525750}"/>
              </a:ext>
            </a:extLst>
          </p:cNvPr>
          <p:cNvSpPr/>
          <p:nvPr/>
        </p:nvSpPr>
        <p:spPr>
          <a:xfrm>
            <a:off x="1319671" y="5562005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151CBA6C-E12E-FB41-1499-05C3A4525750}"/>
              </a:ext>
            </a:extLst>
          </p:cNvPr>
          <p:cNvSpPr/>
          <p:nvPr/>
        </p:nvSpPr>
        <p:spPr>
          <a:xfrm>
            <a:off x="7559495" y="3678702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151CBA6C-E12E-FB41-1499-05C3A4525750}"/>
              </a:ext>
            </a:extLst>
          </p:cNvPr>
          <p:cNvSpPr/>
          <p:nvPr/>
        </p:nvSpPr>
        <p:spPr>
          <a:xfrm>
            <a:off x="9586167" y="3702577"/>
            <a:ext cx="628650" cy="2476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A525572-3E60-7251-1B9E-3E4B4320155A}"/>
              </a:ext>
            </a:extLst>
          </p:cNvPr>
          <p:cNvCxnSpPr>
            <a:cxnSpLocks/>
          </p:cNvCxnSpPr>
          <p:nvPr/>
        </p:nvCxnSpPr>
        <p:spPr>
          <a:xfrm>
            <a:off x="11923217" y="4167574"/>
            <a:ext cx="0" cy="3905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4DB2532-C3C7-3875-BE93-B266C112FA1F}"/>
              </a:ext>
            </a:extLst>
          </p:cNvPr>
          <p:cNvCxnSpPr>
            <a:cxnSpLocks/>
          </p:cNvCxnSpPr>
          <p:nvPr/>
        </p:nvCxnSpPr>
        <p:spPr>
          <a:xfrm flipH="1">
            <a:off x="638226" y="4548574"/>
            <a:ext cx="11284991" cy="76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B757D7-9834-CD94-2AF1-1BBADDF796D5}"/>
              </a:ext>
            </a:extLst>
          </p:cNvPr>
          <p:cNvCxnSpPr/>
          <p:nvPr/>
        </p:nvCxnSpPr>
        <p:spPr>
          <a:xfrm>
            <a:off x="638226" y="4624774"/>
            <a:ext cx="0" cy="561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39">
            <a:extLst>
              <a:ext uri="{FF2B5EF4-FFF2-40B4-BE49-F238E27FC236}">
                <a16:creationId xmlns:a16="http://schemas.microsoft.com/office/drawing/2014/main" id="{E8AB1014-2F45-8571-E2A3-7FA98E38E27D}"/>
              </a:ext>
            </a:extLst>
          </p:cNvPr>
          <p:cNvSpPr txBox="1"/>
          <p:nvPr/>
        </p:nvSpPr>
        <p:spPr>
          <a:xfrm>
            <a:off x="2312817" y="3416647"/>
            <a:ext cx="871379" cy="6463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/>
              <a:t>3</a:t>
            </a:r>
            <a:r>
              <a:rPr lang="zh-CN" altLang="en-US" sz="1200" dirty="0"/>
              <a:t>号机械手取走大坩埚</a:t>
            </a:r>
          </a:p>
        </p:txBody>
      </p:sp>
      <p:sp>
        <p:nvSpPr>
          <p:cNvPr id="17" name="文本框 40">
            <a:extLst>
              <a:ext uri="{FF2B5EF4-FFF2-40B4-BE49-F238E27FC236}">
                <a16:creationId xmlns:a16="http://schemas.microsoft.com/office/drawing/2014/main" id="{123164C5-B5E2-3062-8ABB-976A0D9679AA}"/>
              </a:ext>
            </a:extLst>
          </p:cNvPr>
          <p:cNvSpPr txBox="1"/>
          <p:nvPr/>
        </p:nvSpPr>
        <p:spPr>
          <a:xfrm>
            <a:off x="4390243" y="3429000"/>
            <a:ext cx="871379" cy="6463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放置到马弗炉中烘烤</a:t>
            </a:r>
          </a:p>
        </p:txBody>
      </p:sp>
      <p:sp>
        <p:nvSpPr>
          <p:cNvPr id="19" name="文本框 42">
            <a:extLst>
              <a:ext uri="{FF2B5EF4-FFF2-40B4-BE49-F238E27FC236}">
                <a16:creationId xmlns:a16="http://schemas.microsoft.com/office/drawing/2014/main" id="{AC941A10-BE99-0A79-ED7B-CEA15F3ADBB9}"/>
              </a:ext>
            </a:extLst>
          </p:cNvPr>
          <p:cNvSpPr txBox="1"/>
          <p:nvPr/>
        </p:nvSpPr>
        <p:spPr>
          <a:xfrm>
            <a:off x="8454093" y="3429000"/>
            <a:ext cx="871379" cy="46166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等待烘烤完成</a:t>
            </a:r>
          </a:p>
        </p:txBody>
      </p:sp>
      <p:sp>
        <p:nvSpPr>
          <p:cNvPr id="20" name="文本框 43">
            <a:extLst>
              <a:ext uri="{FF2B5EF4-FFF2-40B4-BE49-F238E27FC236}">
                <a16:creationId xmlns:a16="http://schemas.microsoft.com/office/drawing/2014/main" id="{B7A9836C-550C-551D-3AC6-7318272EFF6F}"/>
              </a:ext>
            </a:extLst>
          </p:cNvPr>
          <p:cNvSpPr txBox="1"/>
          <p:nvPr/>
        </p:nvSpPr>
        <p:spPr>
          <a:xfrm>
            <a:off x="10474369" y="3448437"/>
            <a:ext cx="871379" cy="101566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机械手将烘烤完成的大坩埚放置于出料架</a:t>
            </a:r>
          </a:p>
        </p:txBody>
      </p:sp>
      <p:sp>
        <p:nvSpPr>
          <p:cNvPr id="21" name="文本框 44">
            <a:extLst>
              <a:ext uri="{FF2B5EF4-FFF2-40B4-BE49-F238E27FC236}">
                <a16:creationId xmlns:a16="http://schemas.microsoft.com/office/drawing/2014/main" id="{D44CE201-F98A-AECA-37FF-BEE772A4E808}"/>
              </a:ext>
            </a:extLst>
          </p:cNvPr>
          <p:cNvSpPr txBox="1"/>
          <p:nvPr/>
        </p:nvSpPr>
        <p:spPr>
          <a:xfrm>
            <a:off x="202536" y="5313192"/>
            <a:ext cx="871379" cy="8309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烘烤料架上下方都放满后提醒取出</a:t>
            </a:r>
          </a:p>
        </p:txBody>
      </p:sp>
      <p:sp>
        <p:nvSpPr>
          <p:cNvPr id="22" name="文本框 46">
            <a:extLst>
              <a:ext uri="{FF2B5EF4-FFF2-40B4-BE49-F238E27FC236}">
                <a16:creationId xmlns:a16="http://schemas.microsoft.com/office/drawing/2014/main" id="{FF189035-9D8B-67B7-EB44-ECD9FCAE0B18}"/>
              </a:ext>
            </a:extLst>
          </p:cNvPr>
          <p:cNvSpPr txBox="1"/>
          <p:nvPr/>
        </p:nvSpPr>
        <p:spPr>
          <a:xfrm>
            <a:off x="2312817" y="5454997"/>
            <a:ext cx="620284" cy="46166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人工取出</a:t>
            </a:r>
          </a:p>
        </p:txBody>
      </p:sp>
      <p:sp>
        <p:nvSpPr>
          <p:cNvPr id="29" name="文本框 55">
            <a:extLst>
              <a:ext uri="{FF2B5EF4-FFF2-40B4-BE49-F238E27FC236}">
                <a16:creationId xmlns:a16="http://schemas.microsoft.com/office/drawing/2014/main" id="{D5FA8ED7-8E57-0307-BDA4-E609E145509E}"/>
              </a:ext>
            </a:extLst>
          </p:cNvPr>
          <p:cNvSpPr txBox="1"/>
          <p:nvPr/>
        </p:nvSpPr>
        <p:spPr>
          <a:xfrm>
            <a:off x="6467669" y="3317526"/>
            <a:ext cx="752768" cy="1015663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依次放置在各个马弗炉中烘烤</a:t>
            </a:r>
          </a:p>
        </p:txBody>
      </p:sp>
      <p:sp>
        <p:nvSpPr>
          <p:cNvPr id="31" name="文本框 57">
            <a:extLst>
              <a:ext uri="{FF2B5EF4-FFF2-40B4-BE49-F238E27FC236}">
                <a16:creationId xmlns:a16="http://schemas.microsoft.com/office/drawing/2014/main" id="{76FA94BD-459C-2107-B888-FA08BF06943D}"/>
              </a:ext>
            </a:extLst>
          </p:cNvPr>
          <p:cNvSpPr txBox="1"/>
          <p:nvPr/>
        </p:nvSpPr>
        <p:spPr>
          <a:xfrm>
            <a:off x="10635910" y="2913192"/>
            <a:ext cx="548296" cy="4616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循环两次</a:t>
            </a:r>
          </a:p>
        </p:txBody>
      </p:sp>
    </p:spTree>
    <p:extLst>
      <p:ext uri="{BB962C8B-B14F-4D97-AF65-F5344CB8AC3E}">
        <p14:creationId xmlns:p14="http://schemas.microsoft.com/office/powerpoint/2010/main" val="2289465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267</Words>
  <Application>Microsoft Office PowerPoint</Application>
  <PresentationFormat>宽屏</PresentationFormat>
  <Paragraphs>36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77 @</dc:creator>
  <cp:lastModifiedBy>77 @</cp:lastModifiedBy>
  <cp:revision>1</cp:revision>
  <dcterms:created xsi:type="dcterms:W3CDTF">2026-05-15T03:04:12Z</dcterms:created>
  <dcterms:modified xsi:type="dcterms:W3CDTF">2026-05-15T03:44:19Z</dcterms:modified>
</cp:coreProperties>
</file>